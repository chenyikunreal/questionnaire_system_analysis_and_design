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70" r:id="rId5"/>
    <p:sldId id="271" r:id="rId6"/>
    <p:sldId id="279" r:id="rId7"/>
    <p:sldId id="260" r:id="rId8"/>
    <p:sldId id="262" r:id="rId9"/>
    <p:sldId id="274" r:id="rId10"/>
    <p:sldId id="276" r:id="rId11"/>
    <p:sldId id="275" r:id="rId12"/>
    <p:sldId id="277" r:id="rId13"/>
    <p:sldId id="278" r:id="rId14"/>
    <p:sldId id="264" r:id="rId15"/>
    <p:sldId id="265" r:id="rId16"/>
    <p:sldId id="266" r:id="rId17"/>
    <p:sldId id="259" r:id="rId18"/>
    <p:sldId id="263" r:id="rId19"/>
    <p:sldId id="272" r:id="rId20"/>
    <p:sldId id="268" r:id="rId21"/>
    <p:sldId id="269" r:id="rId22"/>
    <p:sldId id="267" r:id="rId23"/>
    <p:sldId id="261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274F319D-BAEE-44BA-B39C-349BA431963B}" type="datetimeFigureOut">
              <a:rPr lang="zh-CN" altLang="en-US" smtClean="0"/>
              <a:pPr/>
              <a:t>2020/11/2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23BE52E8-3FB2-437B-9F79-63B2B5E1DE6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2072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F319D-BAEE-44BA-B39C-349BA431963B}" type="datetimeFigureOut">
              <a:rPr lang="zh-CN" altLang="en-US" smtClean="0"/>
              <a:pPr/>
              <a:t>2020/11/2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E52E8-3FB2-437B-9F79-63B2B5E1DE6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6227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F319D-BAEE-44BA-B39C-349BA431963B}" type="datetimeFigureOut">
              <a:rPr lang="zh-CN" altLang="en-US" smtClean="0"/>
              <a:pPr/>
              <a:t>2020/11/2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E52E8-3FB2-437B-9F79-63B2B5E1DE6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5640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F319D-BAEE-44BA-B39C-349BA431963B}" type="datetimeFigureOut">
              <a:rPr lang="zh-CN" altLang="en-US" smtClean="0"/>
              <a:pPr/>
              <a:t>2020/11/2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E52E8-3FB2-437B-9F79-63B2B5E1DE6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901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F319D-BAEE-44BA-B39C-349BA431963B}" type="datetimeFigureOut">
              <a:rPr lang="zh-CN" altLang="en-US" smtClean="0"/>
              <a:pPr/>
              <a:t>2020/11/2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E52E8-3FB2-437B-9F79-63B2B5E1DE6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865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F319D-BAEE-44BA-B39C-349BA431963B}" type="datetimeFigureOut">
              <a:rPr lang="zh-CN" altLang="en-US" smtClean="0"/>
              <a:pPr/>
              <a:t>2020/11/2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E52E8-3FB2-437B-9F79-63B2B5E1DE6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5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F319D-BAEE-44BA-B39C-349BA431963B}" type="datetimeFigureOut">
              <a:rPr lang="zh-CN" altLang="en-US" smtClean="0"/>
              <a:pPr/>
              <a:t>2020/11/2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E52E8-3FB2-437B-9F79-63B2B5E1DE6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033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F319D-BAEE-44BA-B39C-349BA431963B}" type="datetimeFigureOut">
              <a:rPr lang="zh-CN" altLang="en-US" smtClean="0"/>
              <a:pPr/>
              <a:t>2020/11/2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E52E8-3FB2-437B-9F79-63B2B5E1DE6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3353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F319D-BAEE-44BA-B39C-349BA431963B}" type="datetimeFigureOut">
              <a:rPr lang="zh-CN" altLang="en-US" smtClean="0"/>
              <a:pPr/>
              <a:t>2020/11/2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E52E8-3FB2-437B-9F79-63B2B5E1DE6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196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F319D-BAEE-44BA-B39C-349BA431963B}" type="datetimeFigureOut">
              <a:rPr lang="zh-CN" altLang="en-US" smtClean="0"/>
              <a:pPr/>
              <a:t>2020/11/2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E52E8-3FB2-437B-9F79-63B2B5E1DE6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5244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F319D-BAEE-44BA-B39C-349BA431963B}" type="datetimeFigureOut">
              <a:rPr lang="zh-CN" altLang="en-US" smtClean="0"/>
              <a:pPr/>
              <a:t>2020/11/2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E52E8-3FB2-437B-9F79-63B2B5E1DE6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02205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F319D-BAEE-44BA-B39C-349BA431963B}" type="datetimeFigureOut">
              <a:rPr lang="zh-CN" altLang="en-US" smtClean="0"/>
              <a:pPr/>
              <a:t>2020/11/2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E52E8-3FB2-437B-9F79-63B2B5E1DE6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401888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F319D-BAEE-44BA-B39C-349BA431963B}" type="datetimeFigureOut">
              <a:rPr lang="zh-CN" altLang="en-US" smtClean="0"/>
              <a:pPr/>
              <a:t>2020/11/2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E52E8-3FB2-437B-9F79-63B2B5E1DE6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463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F319D-BAEE-44BA-B39C-349BA431963B}" type="datetimeFigureOut">
              <a:rPr lang="zh-CN" altLang="en-US" smtClean="0"/>
              <a:pPr/>
              <a:t>2020/11/2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E52E8-3FB2-437B-9F79-63B2B5E1DE6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14487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F319D-BAEE-44BA-B39C-349BA431963B}" type="datetimeFigureOut">
              <a:rPr lang="zh-CN" altLang="en-US" smtClean="0"/>
              <a:pPr/>
              <a:t>2020/11/2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E52E8-3FB2-437B-9F79-63B2B5E1DE6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94132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F319D-BAEE-44BA-B39C-349BA431963B}" type="datetimeFigureOut">
              <a:rPr lang="zh-CN" altLang="en-US" smtClean="0"/>
              <a:pPr/>
              <a:t>2020/11/2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E52E8-3FB2-437B-9F79-63B2B5E1DE6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25541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F319D-BAEE-44BA-B39C-349BA431963B}" type="datetimeFigureOut">
              <a:rPr lang="zh-CN" altLang="en-US" smtClean="0"/>
              <a:pPr/>
              <a:t>2020/11/2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BE52E8-3FB2-437B-9F79-63B2B5E1DE6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7340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4F319D-BAEE-44BA-B39C-349BA431963B}" type="datetimeFigureOut">
              <a:rPr lang="zh-CN" altLang="en-US" smtClean="0"/>
              <a:pPr/>
              <a:t>2020/11/2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BE52E8-3FB2-437B-9F79-63B2B5E1DE6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46826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1291712-5C92-4BB8-891B-023980639C11}"/>
              </a:ext>
            </a:extLst>
          </p:cNvPr>
          <p:cNvSpPr/>
          <p:nvPr/>
        </p:nvSpPr>
        <p:spPr>
          <a:xfrm>
            <a:off x="1933591" y="2487942"/>
            <a:ext cx="8648591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8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高校</a:t>
            </a:r>
            <a:r>
              <a:rPr lang="zh-CN" altLang="en-US" sz="80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问卷调查系统</a:t>
            </a:r>
          </a:p>
        </p:txBody>
      </p:sp>
    </p:spTree>
    <p:extLst>
      <p:ext uri="{BB962C8B-B14F-4D97-AF65-F5344CB8AC3E}">
        <p14:creationId xmlns:p14="http://schemas.microsoft.com/office/powerpoint/2010/main" val="2083043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25F171E-512D-4871-9FFF-28C83BDC45F9}"/>
              </a:ext>
            </a:extLst>
          </p:cNvPr>
          <p:cNvSpPr/>
          <p:nvPr/>
        </p:nvSpPr>
        <p:spPr>
          <a:xfrm>
            <a:off x="1471952" y="1751095"/>
            <a:ext cx="8648591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组长：</a:t>
            </a:r>
            <a:endParaRPr lang="zh-CN" altLang="en-US" sz="60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BB9ACA6-5E92-4C3F-BC0C-1D9D49CD0933}"/>
              </a:ext>
            </a:extLst>
          </p:cNvPr>
          <p:cNvSpPr/>
          <p:nvPr/>
        </p:nvSpPr>
        <p:spPr>
          <a:xfrm>
            <a:off x="1471952" y="3526629"/>
            <a:ext cx="864859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组员：</a:t>
            </a:r>
            <a:endParaRPr lang="zh-CN" altLang="en-US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99307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07B75A4-9420-454F-AF4D-357B7C918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328" y="727969"/>
            <a:ext cx="5763296" cy="5487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506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CDCE84E-C8C4-46C1-BF55-54519C3797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072" y="2211712"/>
            <a:ext cx="6865942" cy="351438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D4EBBE8-A357-40EC-9A2F-BF4F6656FB37}"/>
              </a:ext>
            </a:extLst>
          </p:cNvPr>
          <p:cNvSpPr/>
          <p:nvPr/>
        </p:nvSpPr>
        <p:spPr>
          <a:xfrm>
            <a:off x="1425747" y="810062"/>
            <a:ext cx="8648591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不该加上“开发人员”</a:t>
            </a:r>
            <a:endParaRPr lang="zh-CN" altLang="en-US" sz="60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59085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41401EB-D3D2-4A13-A959-E829CB237CD0}"/>
              </a:ext>
            </a:extLst>
          </p:cNvPr>
          <p:cNvSpPr/>
          <p:nvPr/>
        </p:nvSpPr>
        <p:spPr>
          <a:xfrm>
            <a:off x="1594423" y="357300"/>
            <a:ext cx="8648591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6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为何分两级管理员？</a:t>
            </a:r>
            <a:endParaRPr lang="zh-CN" altLang="en-US" sz="60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8273EEA-7A22-42BD-BE49-BC5EBC22BF49}"/>
              </a:ext>
            </a:extLst>
          </p:cNvPr>
          <p:cNvSpPr/>
          <p:nvPr/>
        </p:nvSpPr>
        <p:spPr>
          <a:xfrm>
            <a:off x="1594422" y="1591296"/>
            <a:ext cx="8648591" cy="50167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indent="792000"/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教育</a:t>
            </a:r>
            <a:r>
              <a:rPr lang="zh-CN" altLang="en-US" sz="32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部门需要获取各个学校的情况。</a:t>
            </a:r>
            <a:endParaRPr lang="en-US" altLang="zh-CN" sz="32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pPr indent="792000"/>
            <a:r>
              <a:rPr lang="zh-CN" altLang="en-US" sz="32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它既需要保证提出自己一定要了解的问题，还需要兼顾不同学校、不同学院的不同情况。</a:t>
            </a:r>
            <a:endParaRPr lang="en-US" altLang="zh-CN" sz="32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pPr indent="792000"/>
            <a:endParaRPr lang="en-US" altLang="zh-CN" sz="32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pPr indent="792000"/>
            <a:r>
              <a:rPr lang="zh-CN" altLang="en-US" sz="32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面对</a:t>
            </a:r>
            <a:r>
              <a:rPr lang="zh-CN" altLang="en-US" sz="32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这种矛盾，在学校层次设立二级管理员，按照教育部门的“模板”生成更有实际意义的问卷，在学校层面管理问卷的细节并负责数据的初步统计。</a:t>
            </a:r>
            <a:endParaRPr lang="en-US" altLang="zh-CN" sz="32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pPr indent="792000"/>
            <a:endParaRPr lang="en-US" altLang="zh-CN" sz="32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  <a:p>
            <a:pPr indent="792000"/>
            <a:r>
              <a:rPr lang="zh-CN" altLang="en-US" sz="32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我组认为，这种方式更为合理。</a:t>
            </a:r>
          </a:p>
        </p:txBody>
      </p:sp>
    </p:spTree>
    <p:extLst>
      <p:ext uri="{BB962C8B-B14F-4D97-AF65-F5344CB8AC3E}">
        <p14:creationId xmlns:p14="http://schemas.microsoft.com/office/powerpoint/2010/main" val="3977677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9800" y="905608"/>
            <a:ext cx="10312400" cy="4228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62C8B22-5F70-484A-83F3-992882B809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082" y="0"/>
            <a:ext cx="101158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942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2B1DA99-4A12-4E72-886E-260A742FBF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4263" y="0"/>
            <a:ext cx="55834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898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87260" y="353932"/>
            <a:ext cx="4536831" cy="6025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52800" y="762000"/>
            <a:ext cx="54864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95675" y="523875"/>
            <a:ext cx="5200650" cy="581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95675" y="523875"/>
            <a:ext cx="5200650" cy="581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75185" y="527126"/>
            <a:ext cx="4649665" cy="5573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52813" y="1671638"/>
            <a:ext cx="5286375" cy="351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3F51D55B-7F57-46ED-91F3-F109AB5C58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696" y="1979720"/>
            <a:ext cx="9673907" cy="267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645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F0CFBD8-335F-44E8-9631-F4AC67E28C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0843" y="1122809"/>
            <a:ext cx="7440059" cy="4159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849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E3CEC80-02FA-4635-9C67-97792C066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036" y="802301"/>
            <a:ext cx="6853560" cy="5164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4208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AF00057-53CB-4677-AFBE-D4E98A69D1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4232"/>
            <a:ext cx="12192000" cy="630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8348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73A5FAF-D7ED-4600-8383-BFD1AB686F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096" y="0"/>
            <a:ext cx="72398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8084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93A9A04-8263-4785-A8F7-5E36B2655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1119187"/>
            <a:ext cx="7010400" cy="461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1462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B789EF2-6650-4669-9257-36DC3D1E20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060" y="608871"/>
            <a:ext cx="8797771" cy="5336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0206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7B0E93F-A2E5-446F-81B3-7984A51C01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466" y="1779127"/>
            <a:ext cx="9541067" cy="329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0486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D78452F-0865-47BD-8314-E545C3CE3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586" y="2187118"/>
            <a:ext cx="11478827" cy="2023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1932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2D8CB6E-C5D1-4020-94D1-2C545B1F21E4}"/>
              </a:ext>
            </a:extLst>
          </p:cNvPr>
          <p:cNvSpPr/>
          <p:nvPr/>
        </p:nvSpPr>
        <p:spPr>
          <a:xfrm>
            <a:off x="1702771" y="2669625"/>
            <a:ext cx="8648591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8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谢谢大家</a:t>
            </a:r>
            <a:endParaRPr lang="zh-CN" altLang="en-US" sz="80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423159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电路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电路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电路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TM04033919[[fn=电路]]</Template>
  <TotalTime>121</TotalTime>
  <Words>99</Words>
  <Application>Microsoft Office PowerPoint</Application>
  <PresentationFormat>宽屏</PresentationFormat>
  <Paragraphs>12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6" baseType="lpstr">
      <vt:lpstr>Arial</vt:lpstr>
      <vt:lpstr>Tw Cen MT</vt:lpstr>
      <vt:lpstr>电路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1916344726@qq.com</dc:creator>
  <cp:lastModifiedBy>1916344726@qq.com</cp:lastModifiedBy>
  <cp:revision>15</cp:revision>
  <dcterms:created xsi:type="dcterms:W3CDTF">2020-03-30T17:01:16Z</dcterms:created>
  <dcterms:modified xsi:type="dcterms:W3CDTF">2020-11-02T09:12:26Z</dcterms:modified>
</cp:coreProperties>
</file>